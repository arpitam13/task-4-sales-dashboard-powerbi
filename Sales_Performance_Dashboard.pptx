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Sales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742000</c:v>
                </c:pt>
                <c:pt idx="1">
                  <c:v>719000</c:v>
                </c:pt>
                <c:pt idx="2">
                  <c:v>836000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9D6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9D6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94B"/>
        </a:solidFill>
        <a:ln>
          <a:noFill/>
        </a:ln>
        <a:effectLst/>
      </c:spPr>
    </c:plotArea>
    <c:plotVisOnly val="1"/>
    <c:dispBlanksAs val="span"/>
  </c:chart>
  <c:spPr>
    <a:solidFill>
      <a:srgbClr val="13294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Monthly Sales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spPr>
            <a:solidFill>
              <a:srgbClr val="02C39A"/>
            </a:solidFill>
            <a:ln w="28575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140</c:v>
                </c:pt>
                <c:pt idx="1">
                  <c:v>150</c:v>
                </c:pt>
                <c:pt idx="2">
                  <c:v>175</c:v>
                </c:pt>
                <c:pt idx="3">
                  <c:v>160</c:v>
                </c:pt>
                <c:pt idx="4">
                  <c:v>190</c:v>
                </c:pt>
                <c:pt idx="5">
                  <c:v>205</c:v>
                </c:pt>
                <c:pt idx="6">
                  <c:v>198</c:v>
                </c:pt>
                <c:pt idx="7">
                  <c:v>210</c:v>
                </c:pt>
                <c:pt idx="8">
                  <c:v>230</c:v>
                </c:pt>
                <c:pt idx="9">
                  <c:v>245</c:v>
                </c:pt>
                <c:pt idx="10">
                  <c:v>260</c:v>
                </c:pt>
                <c:pt idx="11">
                  <c:v>290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9D6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9D6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94B"/>
        </a:solidFill>
        <a:ln>
          <a:noFill/>
        </a:ln>
        <a:effectLst/>
      </c:spPr>
    </c:plotArea>
    <c:plotVisOnly val="1"/>
    <c:dispBlanksAs val="span"/>
  </c:chart>
  <c:spPr>
    <a:solidFill>
      <a:srgbClr val="13294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41248" y="379476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5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Task 4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Design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50749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5257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0" descr="/home/claude/ppt/icon_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08" y="536752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0" y="5788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12480" y="6007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2.30M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0881360" y="50749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064240" y="5257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1" descr="/home/claude/ppt/icon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968" y="536752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064240" y="5788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064240" y="6007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Dashboard Sets Out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E8F1F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ppt/icon_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Performance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262432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performance using Power BI.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E8F1F2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9456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/home/claude/ppt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3591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Metrics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62432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key business metrics across the business.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E8F1F2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52628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/home/claude/ppt/icon_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6908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Profitability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74520" y="495604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profitable regions and product categories.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42062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E8F1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52628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3" descr="/home/claude/ppt/icon_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69087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Decisions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95604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dashboard for better decision-making.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Powers the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402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23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46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3566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Superstore Dataset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44805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 used retail transactions dataset covering orders, sales, profit, region, category and segment fields.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05840" y="5303520"/>
            <a:ext cx="2651760" cy="0"/>
          </a:xfrm>
          <a:prstGeom prst="line">
            <a:avLst/>
          </a:prstGeom>
          <a:noFill/>
          <a:ln w="12700">
            <a:solidFill>
              <a:srgbClr val="2A3F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5486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ppt/icon_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56144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55138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691640" y="5760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343400" y="18745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USED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43400" y="233172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E8F1F2"/>
          </a:solidFill>
          <a:ln/>
        </p:spPr>
      </p:sp>
      <p:sp>
        <p:nvSpPr>
          <p:cNvPr id="17" name="Shape 13"/>
          <p:cNvSpPr/>
          <p:nvPr/>
        </p:nvSpPr>
        <p:spPr>
          <a:xfrm>
            <a:off x="5120640" y="260604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8" name="Image 2" descr="/home/claude/ppt/icon_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27797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12280" y="233172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E8F1F2"/>
          </a:solidFill>
          <a:ln/>
        </p:spPr>
      </p:sp>
      <p:sp>
        <p:nvSpPr>
          <p:cNvPr id="21" name="Shape 16"/>
          <p:cNvSpPr/>
          <p:nvPr/>
        </p:nvSpPr>
        <p:spPr>
          <a:xfrm>
            <a:off x="7589520" y="260604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2" name="Image 3" descr="/home/claude/ppt/icon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27797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281160" y="233172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E8F1F2"/>
          </a:solidFill>
          <a:ln/>
        </p:spPr>
      </p:sp>
      <p:sp>
        <p:nvSpPr>
          <p:cNvPr id="25" name="Shape 19"/>
          <p:cNvSpPr/>
          <p:nvPr/>
        </p:nvSpPr>
        <p:spPr>
          <a:xfrm>
            <a:off x="10058400" y="260604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4" descr="/home/claude/ppt/icon_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136" y="277977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8116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343400" y="429768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E8F1F2"/>
          </a:solidFill>
          <a:ln/>
        </p:spPr>
      </p:sp>
      <p:sp>
        <p:nvSpPr>
          <p:cNvPr id="29" name="Shape 22"/>
          <p:cNvSpPr/>
          <p:nvPr/>
        </p:nvSpPr>
        <p:spPr>
          <a:xfrm>
            <a:off x="5120640" y="45720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0" name="Image 5" descr="/home/claude/ppt/icon_trend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376" y="474573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34340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812280" y="429768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E8F1F2"/>
          </a:solidFill>
          <a:ln/>
        </p:spPr>
      </p:sp>
      <p:sp>
        <p:nvSpPr>
          <p:cNvPr id="33" name="Shape 25"/>
          <p:cNvSpPr/>
          <p:nvPr/>
        </p:nvSpPr>
        <p:spPr>
          <a:xfrm>
            <a:off x="7589520" y="45720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4" name="Image 6" descr="/home/claude/ppt/icon_pi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4745736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1228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9281160" y="429768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E8F1F2"/>
          </a:solidFill>
          <a:ln/>
        </p:spPr>
      </p:sp>
      <p:sp>
        <p:nvSpPr>
          <p:cNvPr id="37" name="Shape 28"/>
          <p:cNvSpPr/>
          <p:nvPr/>
        </p:nvSpPr>
        <p:spPr>
          <a:xfrm>
            <a:off x="10058400" y="457200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8" name="Image 7" descr="/home/claude/ppt/icon_slid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2136" y="4745736"/>
            <a:ext cx="384048" cy="38404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28116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BI Report Canvas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22376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 w="12700">
            <a:solidFill>
              <a:srgbClr val="D7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222504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91640"/>
            <a:ext cx="195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195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276600" y="1600200"/>
            <a:ext cx="222504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3413760" y="1691640"/>
            <a:ext cx="195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13760" y="1965960"/>
            <a:ext cx="195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$286K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638800" y="1600200"/>
            <a:ext cx="222504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5775960" y="1691640"/>
            <a:ext cx="195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75960" y="1965960"/>
            <a:ext cx="195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9,994</a:t>
            </a:r>
            <a:endParaRPr lang="en-US" sz="2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914400" y="2651760"/>
          <a:ext cx="32689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4320540" y="2651760"/>
          <a:ext cx="32689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40080" y="560527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 — replace with an actual screenshot of your Power BI dashboard.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09244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92440" y="186537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5"/>
          <p:cNvSpPr/>
          <p:nvPr/>
        </p:nvSpPr>
        <p:spPr>
          <a:xfrm>
            <a:off x="8321040" y="175564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KPI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092440" y="229971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7"/>
          <p:cNvSpPr/>
          <p:nvPr/>
        </p:nvSpPr>
        <p:spPr>
          <a:xfrm>
            <a:off x="8321040" y="218998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KPI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092440" y="27340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9"/>
          <p:cNvSpPr/>
          <p:nvPr/>
        </p:nvSpPr>
        <p:spPr>
          <a:xfrm>
            <a:off x="8321040" y="262432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KPI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8092440" y="316839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1"/>
          <p:cNvSpPr/>
          <p:nvPr/>
        </p:nvSpPr>
        <p:spPr>
          <a:xfrm>
            <a:off x="8321040" y="30586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092440" y="360273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3"/>
          <p:cNvSpPr/>
          <p:nvPr/>
        </p:nvSpPr>
        <p:spPr>
          <a:xfrm>
            <a:off x="8321040" y="349300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Region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092440" y="403707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5"/>
          <p:cNvSpPr/>
          <p:nvPr/>
        </p:nvSpPr>
        <p:spPr>
          <a:xfrm>
            <a:off x="8321040" y="392734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8092440" y="447141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7"/>
          <p:cNvSpPr/>
          <p:nvPr/>
        </p:nvSpPr>
        <p:spPr>
          <a:xfrm>
            <a:off x="8321040" y="436168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Segment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8092440" y="49057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29"/>
          <p:cNvSpPr/>
          <p:nvPr/>
        </p:nvSpPr>
        <p:spPr>
          <a:xfrm>
            <a:off x="8321040" y="479602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Reveals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2996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828800"/>
            <a:ext cx="3246120" cy="155448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02996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34840" y="28803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0" descr="/home/claude/ppt/icon_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197510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01000" y="18288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generated strong sales.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23760" y="26974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/home/claude/ppt/icon_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84378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01000" y="2697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performed well in terms of sales.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379476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E8F1F2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40005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8" name="Image 2" descr="/home/claude/ppt/icon_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1559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79476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allow analysis by Region, Category, Segment, and Year — enabling users to drill into the exact view they need.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— adjust to match your own dashboard's results.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114800" cy="41148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Data Into Decisions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/home/claude/pp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4884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interactive Power BI dashboard.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2862072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9" name="Image 1" descr="/home/claude/ppt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980944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620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KPIs and charts to analyze sales performance.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3575304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2" name="Image 2" descr="/home/claude/ppt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694176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57530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filtering through slicers for dynamic analysis.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425696"/>
            <a:ext cx="9966960" cy="1234440"/>
          </a:xfrm>
          <a:prstGeom prst="roundRect">
            <a:avLst>
              <a:gd name="adj" fmla="val 7407"/>
            </a:avLst>
          </a:prstGeom>
          <a:solidFill>
            <a:srgbClr val="13294B"/>
          </a:solidFill>
          <a:ln/>
        </p:spPr>
      </p:sp>
      <p:sp>
        <p:nvSpPr>
          <p:cNvPr id="15" name="Text 10"/>
          <p:cNvSpPr/>
          <p:nvPr/>
        </p:nvSpPr>
        <p:spPr>
          <a:xfrm>
            <a:off x="1143000" y="4425696"/>
            <a:ext cx="9326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helps users quickly understand business performance and supports data-driven decision-making.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2026-07-28T14:13:03Z</dcterms:created>
  <dcterms:modified xsi:type="dcterms:W3CDTF">2026-07-28T14:13:03Z</dcterms:modified>
</cp:coreProperties>
</file>